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2" r:id="rId1"/>
  </p:sldMasterIdLst>
  <p:notesMasterIdLst>
    <p:notesMasterId r:id="rId9"/>
  </p:notesMasterIdLst>
  <p:sldIdLst>
    <p:sldId id="256" r:id="rId2"/>
    <p:sldId id="259" r:id="rId3"/>
    <p:sldId id="262" r:id="rId4"/>
    <p:sldId id="260" r:id="rId5"/>
    <p:sldId id="257" r:id="rId6"/>
    <p:sldId id="258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E3D004-32D8-45C2-86D8-6EFCDB60346B}" v="9" dt="2025-07-22T04:17:45.9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4" autoAdjust="0"/>
    <p:restoredTop sz="94660"/>
  </p:normalViewPr>
  <p:slideViewPr>
    <p:cSldViewPr snapToGrid="0">
      <p:cViewPr varScale="1">
        <p:scale>
          <a:sx n="99" d="100"/>
          <a:sy n="99" d="100"/>
        </p:scale>
        <p:origin x="80" y="6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Zhang" userId="ffefdb16ed378d0b" providerId="LiveId" clId="{D4BB10C5-8655-4B3D-AF28-B34061249642}"/>
    <pc:docChg chg="custSel addSld modSld sldOrd">
      <pc:chgData name="Bryan Zhang" userId="ffefdb16ed378d0b" providerId="LiveId" clId="{D4BB10C5-8655-4B3D-AF28-B34061249642}" dt="2024-10-02T06:44:41.788" v="2020"/>
      <pc:docMkLst>
        <pc:docMk/>
      </pc:docMkLst>
      <pc:sldChg chg="modSp">
        <pc:chgData name="Bryan Zhang" userId="ffefdb16ed378d0b" providerId="LiveId" clId="{D4BB10C5-8655-4B3D-AF28-B34061249642}" dt="2024-10-01T03:56:43.162" v="914" actId="20577"/>
        <pc:sldMkLst>
          <pc:docMk/>
          <pc:sldMk cId="3862903096" sldId="256"/>
        </pc:sldMkLst>
      </pc:sldChg>
      <pc:sldChg chg="addSp delSp modSp mod ord">
        <pc:chgData name="Bryan Zhang" userId="ffefdb16ed378d0b" providerId="LiveId" clId="{D4BB10C5-8655-4B3D-AF28-B34061249642}" dt="2024-10-02T06:16:11.219" v="1961" actId="20577"/>
        <pc:sldMkLst>
          <pc:docMk/>
          <pc:sldMk cId="2377755235" sldId="257"/>
        </pc:sldMkLst>
      </pc:sldChg>
      <pc:sldChg chg="addSp delSp modSp new mod modClrScheme chgLayout">
        <pc:chgData name="Bryan Zhang" userId="ffefdb16ed378d0b" providerId="LiveId" clId="{D4BB10C5-8655-4B3D-AF28-B34061249642}" dt="2024-10-02T06:33:58.152" v="1980" actId="20577"/>
        <pc:sldMkLst>
          <pc:docMk/>
          <pc:sldMk cId="57287020" sldId="258"/>
        </pc:sldMkLst>
      </pc:sldChg>
      <pc:sldChg chg="modSp new mod ord">
        <pc:chgData name="Bryan Zhang" userId="ffefdb16ed378d0b" providerId="LiveId" clId="{D4BB10C5-8655-4B3D-AF28-B34061249642}" dt="2024-10-02T06:13:02.437" v="1942" actId="20577"/>
        <pc:sldMkLst>
          <pc:docMk/>
          <pc:sldMk cId="1954535508" sldId="259"/>
        </pc:sldMkLst>
      </pc:sldChg>
      <pc:sldChg chg="addSp delSp modSp new mod chgLayout">
        <pc:chgData name="Bryan Zhang" userId="ffefdb16ed378d0b" providerId="LiveId" clId="{D4BB10C5-8655-4B3D-AF28-B34061249642}" dt="2024-10-02T06:44:41.788" v="2020"/>
        <pc:sldMkLst>
          <pc:docMk/>
          <pc:sldMk cId="2657629416" sldId="260"/>
        </pc:sldMkLst>
      </pc:sldChg>
    </pc:docChg>
  </pc:docChgLst>
  <pc:docChgLst>
    <pc:chgData name="Bryan Zhang" userId="ffefdb16ed378d0b" providerId="LiveId" clId="{C4E3D004-32D8-45C2-86D8-6EFCDB60346B}"/>
    <pc:docChg chg="undo custSel addSld modSld">
      <pc:chgData name="Bryan Zhang" userId="ffefdb16ed378d0b" providerId="LiveId" clId="{C4E3D004-32D8-45C2-86D8-6EFCDB60346B}" dt="2025-07-22T04:22:35.319" v="840" actId="693"/>
      <pc:docMkLst>
        <pc:docMk/>
      </pc:docMkLst>
      <pc:sldChg chg="modSp">
        <pc:chgData name="Bryan Zhang" userId="ffefdb16ed378d0b" providerId="LiveId" clId="{C4E3D004-32D8-45C2-86D8-6EFCDB60346B}" dt="2025-07-17T04:22:48.293" v="10" actId="20577"/>
        <pc:sldMkLst>
          <pc:docMk/>
          <pc:sldMk cId="3862903096" sldId="256"/>
        </pc:sldMkLst>
        <pc:spChg chg="mod">
          <ac:chgData name="Bryan Zhang" userId="ffefdb16ed378d0b" providerId="LiveId" clId="{C4E3D004-32D8-45C2-86D8-6EFCDB60346B}" dt="2025-07-17T04:22:48.293" v="10" actId="20577"/>
          <ac:spMkLst>
            <pc:docMk/>
            <pc:sldMk cId="3862903096" sldId="256"/>
            <ac:spMk id="2" creationId="{9EB1C02D-CA3E-354A-2673-3A68388BDD92}"/>
          </ac:spMkLst>
        </pc:spChg>
      </pc:sldChg>
      <pc:sldChg chg="addSp delSp modSp new mod">
        <pc:chgData name="Bryan Zhang" userId="ffefdb16ed378d0b" providerId="LiveId" clId="{C4E3D004-32D8-45C2-86D8-6EFCDB60346B}" dt="2025-07-22T04:22:35.319" v="840" actId="693"/>
        <pc:sldMkLst>
          <pc:docMk/>
          <pc:sldMk cId="3491667217" sldId="261"/>
        </pc:sldMkLst>
        <pc:spChg chg="add mod">
          <ac:chgData name="Bryan Zhang" userId="ffefdb16ed378d0b" providerId="LiveId" clId="{C4E3D004-32D8-45C2-86D8-6EFCDB60346B}" dt="2025-07-17T04:42:56.992" v="148" actId="14100"/>
          <ac:spMkLst>
            <pc:docMk/>
            <pc:sldMk cId="3491667217" sldId="261"/>
            <ac:spMk id="3" creationId="{C44E56F1-F0D9-EDBC-06BC-7EA748267DD7}"/>
          </ac:spMkLst>
        </pc:spChg>
        <pc:spChg chg="add mod topLvl">
          <ac:chgData name="Bryan Zhang" userId="ffefdb16ed378d0b" providerId="LiveId" clId="{C4E3D004-32D8-45C2-86D8-6EFCDB60346B}" dt="2025-07-17T04:42:25.439" v="131" actId="164"/>
          <ac:spMkLst>
            <pc:docMk/>
            <pc:sldMk cId="3491667217" sldId="261"/>
            <ac:spMk id="4" creationId="{2D4E2384-752B-3885-D6F6-E371D8031D33}"/>
          </ac:spMkLst>
        </pc:spChg>
        <pc:spChg chg="add del mod topLvl">
          <ac:chgData name="Bryan Zhang" userId="ffefdb16ed378d0b" providerId="LiveId" clId="{C4E3D004-32D8-45C2-86D8-6EFCDB60346B}" dt="2025-07-17T04:42:25.439" v="131" actId="164"/>
          <ac:spMkLst>
            <pc:docMk/>
            <pc:sldMk cId="3491667217" sldId="261"/>
            <ac:spMk id="6" creationId="{2F495793-B840-1BB8-30D1-FBA028E8D07D}"/>
          </ac:spMkLst>
        </pc:spChg>
        <pc:spChg chg="add mod topLvl">
          <ac:chgData name="Bryan Zhang" userId="ffefdb16ed378d0b" providerId="LiveId" clId="{C4E3D004-32D8-45C2-86D8-6EFCDB60346B}" dt="2025-07-17T04:42:25.439" v="131" actId="164"/>
          <ac:spMkLst>
            <pc:docMk/>
            <pc:sldMk cId="3491667217" sldId="261"/>
            <ac:spMk id="7" creationId="{7260CFAE-DBB6-C80F-5AFF-786D7C17C2E5}"/>
          </ac:spMkLst>
        </pc:spChg>
        <pc:spChg chg="add mod topLvl">
          <ac:chgData name="Bryan Zhang" userId="ffefdb16ed378d0b" providerId="LiveId" clId="{C4E3D004-32D8-45C2-86D8-6EFCDB60346B}" dt="2025-07-17T04:42:25.439" v="131" actId="164"/>
          <ac:spMkLst>
            <pc:docMk/>
            <pc:sldMk cId="3491667217" sldId="261"/>
            <ac:spMk id="8" creationId="{6C99284B-6723-A92B-5FD8-FA360815D787}"/>
          </ac:spMkLst>
        </pc:spChg>
        <pc:spChg chg="add mod">
          <ac:chgData name="Bryan Zhang" userId="ffefdb16ed378d0b" providerId="LiveId" clId="{C4E3D004-32D8-45C2-86D8-6EFCDB60346B}" dt="2025-07-17T05:06:01.309" v="458" actId="1038"/>
          <ac:spMkLst>
            <pc:docMk/>
            <pc:sldMk cId="3491667217" sldId="261"/>
            <ac:spMk id="11" creationId="{65AA56E2-08D2-E968-51EA-C000B34DC542}"/>
          </ac:spMkLst>
        </pc:spChg>
        <pc:spChg chg="add mod">
          <ac:chgData name="Bryan Zhang" userId="ffefdb16ed378d0b" providerId="LiveId" clId="{C4E3D004-32D8-45C2-86D8-6EFCDB60346B}" dt="2025-07-17T05:05:54.100" v="442" actId="1038"/>
          <ac:spMkLst>
            <pc:docMk/>
            <pc:sldMk cId="3491667217" sldId="261"/>
            <ac:spMk id="12" creationId="{183A3EC5-3BCB-3EBD-03AC-6CC89468D951}"/>
          </ac:spMkLst>
        </pc:spChg>
        <pc:spChg chg="add mod">
          <ac:chgData name="Bryan Zhang" userId="ffefdb16ed378d0b" providerId="LiveId" clId="{C4E3D004-32D8-45C2-86D8-6EFCDB60346B}" dt="2025-07-17T04:50:03.497" v="201" actId="113"/>
          <ac:spMkLst>
            <pc:docMk/>
            <pc:sldMk cId="3491667217" sldId="261"/>
            <ac:spMk id="13" creationId="{B2FED38C-0804-8C79-F179-F4ED092BC16C}"/>
          </ac:spMkLst>
        </pc:spChg>
        <pc:spChg chg="add mod">
          <ac:chgData name="Bryan Zhang" userId="ffefdb16ed378d0b" providerId="LiveId" clId="{C4E3D004-32D8-45C2-86D8-6EFCDB60346B}" dt="2025-07-22T03:24:24.840" v="570" actId="1076"/>
          <ac:spMkLst>
            <pc:docMk/>
            <pc:sldMk cId="3491667217" sldId="261"/>
            <ac:spMk id="14" creationId="{A282FD2B-1FDE-3E4F-F0F4-0BC10877A1BC}"/>
          </ac:spMkLst>
        </pc:spChg>
        <pc:spChg chg="add mod">
          <ac:chgData name="Bryan Zhang" userId="ffefdb16ed378d0b" providerId="LiveId" clId="{C4E3D004-32D8-45C2-86D8-6EFCDB60346B}" dt="2025-07-22T03:24:28.946" v="571" actId="1076"/>
          <ac:spMkLst>
            <pc:docMk/>
            <pc:sldMk cId="3491667217" sldId="261"/>
            <ac:spMk id="15" creationId="{77BA35FF-2E54-F395-BA31-C0D7CAC8CCEC}"/>
          </ac:spMkLst>
        </pc:spChg>
        <pc:spChg chg="add mod">
          <ac:chgData name="Bryan Zhang" userId="ffefdb16ed378d0b" providerId="LiveId" clId="{C4E3D004-32D8-45C2-86D8-6EFCDB60346B}" dt="2025-07-22T03:24:35.218" v="572" actId="1076"/>
          <ac:spMkLst>
            <pc:docMk/>
            <pc:sldMk cId="3491667217" sldId="261"/>
            <ac:spMk id="16" creationId="{314B0B8E-46E5-08BF-5B7D-F30D0B07828F}"/>
          </ac:spMkLst>
        </pc:spChg>
        <pc:spChg chg="add mod">
          <ac:chgData name="Bryan Zhang" userId="ffefdb16ed378d0b" providerId="LiveId" clId="{C4E3D004-32D8-45C2-86D8-6EFCDB60346B}" dt="2025-07-22T03:24:49.650" v="573" actId="1076"/>
          <ac:spMkLst>
            <pc:docMk/>
            <pc:sldMk cId="3491667217" sldId="261"/>
            <ac:spMk id="17" creationId="{CB480AF8-1A9C-37E1-D1A6-D6B4764A3DEC}"/>
          </ac:spMkLst>
        </pc:spChg>
        <pc:spChg chg="add mod">
          <ac:chgData name="Bryan Zhang" userId="ffefdb16ed378d0b" providerId="LiveId" clId="{C4E3D004-32D8-45C2-86D8-6EFCDB60346B}" dt="2025-07-22T03:40:53.754" v="585" actId="1038"/>
          <ac:spMkLst>
            <pc:docMk/>
            <pc:sldMk cId="3491667217" sldId="261"/>
            <ac:spMk id="18" creationId="{EDB64E9B-046A-B876-1D47-96754913E7F8}"/>
          </ac:spMkLst>
        </pc:spChg>
        <pc:spChg chg="add mod">
          <ac:chgData name="Bryan Zhang" userId="ffefdb16ed378d0b" providerId="LiveId" clId="{C4E3D004-32D8-45C2-86D8-6EFCDB60346B}" dt="2025-07-17T05:04:14.603" v="422" actId="1076"/>
          <ac:spMkLst>
            <pc:docMk/>
            <pc:sldMk cId="3491667217" sldId="261"/>
            <ac:spMk id="19" creationId="{1F417E03-4A82-F371-C81A-F9469062D731}"/>
          </ac:spMkLst>
        </pc:spChg>
        <pc:spChg chg="add mod">
          <ac:chgData name="Bryan Zhang" userId="ffefdb16ed378d0b" providerId="LiveId" clId="{C4E3D004-32D8-45C2-86D8-6EFCDB60346B}" dt="2025-07-22T03:41:21.465" v="595" actId="1037"/>
          <ac:spMkLst>
            <pc:docMk/>
            <pc:sldMk cId="3491667217" sldId="261"/>
            <ac:spMk id="20" creationId="{29672F61-6741-D92E-E1C0-F354D7E56407}"/>
          </ac:spMkLst>
        </pc:spChg>
        <pc:spChg chg="add mod">
          <ac:chgData name="Bryan Zhang" userId="ffefdb16ed378d0b" providerId="LiveId" clId="{C4E3D004-32D8-45C2-86D8-6EFCDB60346B}" dt="2025-07-22T04:19:57.229" v="834" actId="1037"/>
          <ac:spMkLst>
            <pc:docMk/>
            <pc:sldMk cId="3491667217" sldId="261"/>
            <ac:spMk id="21" creationId="{17F8B5DB-59E3-8133-6B56-3CD520E00729}"/>
          </ac:spMkLst>
        </pc:spChg>
        <pc:spChg chg="add mod">
          <ac:chgData name="Bryan Zhang" userId="ffefdb16ed378d0b" providerId="LiveId" clId="{C4E3D004-32D8-45C2-86D8-6EFCDB60346B}" dt="2025-07-22T04:18:29.811" v="717" actId="1037"/>
          <ac:spMkLst>
            <pc:docMk/>
            <pc:sldMk cId="3491667217" sldId="261"/>
            <ac:spMk id="22" creationId="{0DD19F97-657E-AFDC-7A9B-7B4B9688FE67}"/>
          </ac:spMkLst>
        </pc:spChg>
        <pc:spChg chg="add mod">
          <ac:chgData name="Bryan Zhang" userId="ffefdb16ed378d0b" providerId="LiveId" clId="{C4E3D004-32D8-45C2-86D8-6EFCDB60346B}" dt="2025-07-22T04:19:48.849" v="823" actId="1038"/>
          <ac:spMkLst>
            <pc:docMk/>
            <pc:sldMk cId="3491667217" sldId="261"/>
            <ac:spMk id="23" creationId="{EE39EAB8-49F7-EC00-D50A-0BB690D72773}"/>
          </ac:spMkLst>
        </pc:spChg>
        <pc:spChg chg="add mod">
          <ac:chgData name="Bryan Zhang" userId="ffefdb16ed378d0b" providerId="LiveId" clId="{C4E3D004-32D8-45C2-86D8-6EFCDB60346B}" dt="2025-07-22T04:19:37.596" v="797" actId="1037"/>
          <ac:spMkLst>
            <pc:docMk/>
            <pc:sldMk cId="3491667217" sldId="261"/>
            <ac:spMk id="25" creationId="{908AE4F6-32F6-AFBB-E348-6E5FD3439E8D}"/>
          </ac:spMkLst>
        </pc:spChg>
        <pc:spChg chg="add mod">
          <ac:chgData name="Bryan Zhang" userId="ffefdb16ed378d0b" providerId="LiveId" clId="{C4E3D004-32D8-45C2-86D8-6EFCDB60346B}" dt="2025-07-22T04:17:41.354" v="680" actId="164"/>
          <ac:spMkLst>
            <pc:docMk/>
            <pc:sldMk cId="3491667217" sldId="261"/>
            <ac:spMk id="30" creationId="{C19ECE90-6F63-3B79-C3EC-3C7A52411AA6}"/>
          </ac:spMkLst>
        </pc:spChg>
        <pc:spChg chg="add mod">
          <ac:chgData name="Bryan Zhang" userId="ffefdb16ed378d0b" providerId="LiveId" clId="{C4E3D004-32D8-45C2-86D8-6EFCDB60346B}" dt="2025-07-22T04:17:41.354" v="680" actId="164"/>
          <ac:spMkLst>
            <pc:docMk/>
            <pc:sldMk cId="3491667217" sldId="261"/>
            <ac:spMk id="46" creationId="{4A569992-F314-857E-4F34-4382E92D707F}"/>
          </ac:spMkLst>
        </pc:spChg>
        <pc:spChg chg="add mod">
          <ac:chgData name="Bryan Zhang" userId="ffefdb16ed378d0b" providerId="LiveId" clId="{C4E3D004-32D8-45C2-86D8-6EFCDB60346B}" dt="2025-07-22T04:17:41.354" v="680" actId="164"/>
          <ac:spMkLst>
            <pc:docMk/>
            <pc:sldMk cId="3491667217" sldId="261"/>
            <ac:spMk id="47" creationId="{B20247FF-35F2-31A4-5147-5A91B91985B9}"/>
          </ac:spMkLst>
        </pc:spChg>
        <pc:spChg chg="add mod">
          <ac:chgData name="Bryan Zhang" userId="ffefdb16ed378d0b" providerId="LiveId" clId="{C4E3D004-32D8-45C2-86D8-6EFCDB60346B}" dt="2025-07-22T04:17:41.354" v="680" actId="164"/>
          <ac:spMkLst>
            <pc:docMk/>
            <pc:sldMk cId="3491667217" sldId="261"/>
            <ac:spMk id="48" creationId="{D8C693E0-0D10-96E2-87DF-F9697A3EACB5}"/>
          </ac:spMkLst>
        </pc:spChg>
        <pc:spChg chg="add mod">
          <ac:chgData name="Bryan Zhang" userId="ffefdb16ed378d0b" providerId="LiveId" clId="{C4E3D004-32D8-45C2-86D8-6EFCDB60346B}" dt="2025-07-22T04:17:41.354" v="680" actId="164"/>
          <ac:spMkLst>
            <pc:docMk/>
            <pc:sldMk cId="3491667217" sldId="261"/>
            <ac:spMk id="49" creationId="{0C9EFE4D-487B-EC4C-2FE5-9F0DE0F2B23E}"/>
          </ac:spMkLst>
        </pc:spChg>
        <pc:spChg chg="add mod">
          <ac:chgData name="Bryan Zhang" userId="ffefdb16ed378d0b" providerId="LiveId" clId="{C4E3D004-32D8-45C2-86D8-6EFCDB60346B}" dt="2025-07-22T04:17:41.354" v="680" actId="164"/>
          <ac:spMkLst>
            <pc:docMk/>
            <pc:sldMk cId="3491667217" sldId="261"/>
            <ac:spMk id="50" creationId="{A95D0913-26E2-472A-CB74-2AA5197829A2}"/>
          </ac:spMkLst>
        </pc:spChg>
        <pc:spChg chg="mod">
          <ac:chgData name="Bryan Zhang" userId="ffefdb16ed378d0b" providerId="LiveId" clId="{C4E3D004-32D8-45C2-86D8-6EFCDB60346B}" dt="2025-07-22T04:18:04.328" v="687" actId="1076"/>
          <ac:spMkLst>
            <pc:docMk/>
            <pc:sldMk cId="3491667217" sldId="261"/>
            <ac:spMk id="53" creationId="{86E9F48C-3C5E-D747-5669-F502769ED284}"/>
          </ac:spMkLst>
        </pc:spChg>
        <pc:spChg chg="mod">
          <ac:chgData name="Bryan Zhang" userId="ffefdb16ed378d0b" providerId="LiveId" clId="{C4E3D004-32D8-45C2-86D8-6EFCDB60346B}" dt="2025-07-22T04:17:44.789" v="681"/>
          <ac:spMkLst>
            <pc:docMk/>
            <pc:sldMk cId="3491667217" sldId="261"/>
            <ac:spMk id="54" creationId="{1297DD03-B8BD-7D25-B5CD-6B3B34830016}"/>
          </ac:spMkLst>
        </pc:spChg>
        <pc:spChg chg="mod">
          <ac:chgData name="Bryan Zhang" userId="ffefdb16ed378d0b" providerId="LiveId" clId="{C4E3D004-32D8-45C2-86D8-6EFCDB60346B}" dt="2025-07-22T04:17:44.789" v="681"/>
          <ac:spMkLst>
            <pc:docMk/>
            <pc:sldMk cId="3491667217" sldId="261"/>
            <ac:spMk id="55" creationId="{1F4A0879-27E6-1081-D0D6-0779E79BEF08}"/>
          </ac:spMkLst>
        </pc:spChg>
        <pc:spChg chg="mod">
          <ac:chgData name="Bryan Zhang" userId="ffefdb16ed378d0b" providerId="LiveId" clId="{C4E3D004-32D8-45C2-86D8-6EFCDB60346B}" dt="2025-07-22T04:17:44.789" v="681"/>
          <ac:spMkLst>
            <pc:docMk/>
            <pc:sldMk cId="3491667217" sldId="261"/>
            <ac:spMk id="56" creationId="{D4B6290C-028B-CD27-DD43-FA705B00344B}"/>
          </ac:spMkLst>
        </pc:spChg>
        <pc:spChg chg="mod">
          <ac:chgData name="Bryan Zhang" userId="ffefdb16ed378d0b" providerId="LiveId" clId="{C4E3D004-32D8-45C2-86D8-6EFCDB60346B}" dt="2025-07-22T04:17:44.789" v="681"/>
          <ac:spMkLst>
            <pc:docMk/>
            <pc:sldMk cId="3491667217" sldId="261"/>
            <ac:spMk id="57" creationId="{646F3637-83E3-1441-3F28-D303C37A042B}"/>
          </ac:spMkLst>
        </pc:spChg>
        <pc:spChg chg="mod">
          <ac:chgData name="Bryan Zhang" userId="ffefdb16ed378d0b" providerId="LiveId" clId="{C4E3D004-32D8-45C2-86D8-6EFCDB60346B}" dt="2025-07-22T04:17:44.789" v="681"/>
          <ac:spMkLst>
            <pc:docMk/>
            <pc:sldMk cId="3491667217" sldId="261"/>
            <ac:spMk id="58" creationId="{A2026C66-D5F6-BA48-0172-6B7E130BFB35}"/>
          </ac:spMkLst>
        </pc:spChg>
        <pc:spChg chg="mod">
          <ac:chgData name="Bryan Zhang" userId="ffefdb16ed378d0b" providerId="LiveId" clId="{C4E3D004-32D8-45C2-86D8-6EFCDB60346B}" dt="2025-07-22T04:17:45.336" v="682"/>
          <ac:spMkLst>
            <pc:docMk/>
            <pc:sldMk cId="3491667217" sldId="261"/>
            <ac:spMk id="60" creationId="{57C80ED3-D4A2-2EDD-290B-0E37A5A77426}"/>
          </ac:spMkLst>
        </pc:spChg>
        <pc:spChg chg="mod">
          <ac:chgData name="Bryan Zhang" userId="ffefdb16ed378d0b" providerId="LiveId" clId="{C4E3D004-32D8-45C2-86D8-6EFCDB60346B}" dt="2025-07-22T04:17:45.336" v="682"/>
          <ac:spMkLst>
            <pc:docMk/>
            <pc:sldMk cId="3491667217" sldId="261"/>
            <ac:spMk id="61" creationId="{92C0DFCB-DCAE-CB1F-A506-ED388E956859}"/>
          </ac:spMkLst>
        </pc:spChg>
        <pc:spChg chg="mod">
          <ac:chgData name="Bryan Zhang" userId="ffefdb16ed378d0b" providerId="LiveId" clId="{C4E3D004-32D8-45C2-86D8-6EFCDB60346B}" dt="2025-07-22T04:17:45.336" v="682"/>
          <ac:spMkLst>
            <pc:docMk/>
            <pc:sldMk cId="3491667217" sldId="261"/>
            <ac:spMk id="62" creationId="{9E5AB5E0-6B26-1136-307D-CF4C1A1868A3}"/>
          </ac:spMkLst>
        </pc:spChg>
        <pc:spChg chg="mod">
          <ac:chgData name="Bryan Zhang" userId="ffefdb16ed378d0b" providerId="LiveId" clId="{C4E3D004-32D8-45C2-86D8-6EFCDB60346B}" dt="2025-07-22T04:17:45.336" v="682"/>
          <ac:spMkLst>
            <pc:docMk/>
            <pc:sldMk cId="3491667217" sldId="261"/>
            <ac:spMk id="63" creationId="{21FF2FA2-5EFD-D1A7-B720-79D2B59FAC19}"/>
          </ac:spMkLst>
        </pc:spChg>
        <pc:spChg chg="mod">
          <ac:chgData name="Bryan Zhang" userId="ffefdb16ed378d0b" providerId="LiveId" clId="{C4E3D004-32D8-45C2-86D8-6EFCDB60346B}" dt="2025-07-22T04:17:45.336" v="682"/>
          <ac:spMkLst>
            <pc:docMk/>
            <pc:sldMk cId="3491667217" sldId="261"/>
            <ac:spMk id="64" creationId="{CF806D25-554A-853E-A288-EE234749ACFE}"/>
          </ac:spMkLst>
        </pc:spChg>
        <pc:spChg chg="mod">
          <ac:chgData name="Bryan Zhang" userId="ffefdb16ed378d0b" providerId="LiveId" clId="{C4E3D004-32D8-45C2-86D8-6EFCDB60346B}" dt="2025-07-22T04:17:45.336" v="682"/>
          <ac:spMkLst>
            <pc:docMk/>
            <pc:sldMk cId="3491667217" sldId="261"/>
            <ac:spMk id="65" creationId="{6EE73F88-9B65-6602-92FD-81D0F158E3B3}"/>
          </ac:spMkLst>
        </pc:spChg>
        <pc:spChg chg="mod">
          <ac:chgData name="Bryan Zhang" userId="ffefdb16ed378d0b" providerId="LiveId" clId="{C4E3D004-32D8-45C2-86D8-6EFCDB60346B}" dt="2025-07-22T04:17:45.956" v="683"/>
          <ac:spMkLst>
            <pc:docMk/>
            <pc:sldMk cId="3491667217" sldId="261"/>
            <ac:spMk id="67" creationId="{7945F940-CDA8-1796-D5D7-88FAEAE203E7}"/>
          </ac:spMkLst>
        </pc:spChg>
        <pc:spChg chg="mod">
          <ac:chgData name="Bryan Zhang" userId="ffefdb16ed378d0b" providerId="LiveId" clId="{C4E3D004-32D8-45C2-86D8-6EFCDB60346B}" dt="2025-07-22T04:17:45.956" v="683"/>
          <ac:spMkLst>
            <pc:docMk/>
            <pc:sldMk cId="3491667217" sldId="261"/>
            <ac:spMk id="68" creationId="{6E87DD5A-3A82-AF6D-C18F-353CAF1D5DAD}"/>
          </ac:spMkLst>
        </pc:spChg>
        <pc:spChg chg="mod">
          <ac:chgData name="Bryan Zhang" userId="ffefdb16ed378d0b" providerId="LiveId" clId="{C4E3D004-32D8-45C2-86D8-6EFCDB60346B}" dt="2025-07-22T04:17:45.956" v="683"/>
          <ac:spMkLst>
            <pc:docMk/>
            <pc:sldMk cId="3491667217" sldId="261"/>
            <ac:spMk id="69" creationId="{80ED4B3D-6AA3-99D3-F80A-5D57E03C743F}"/>
          </ac:spMkLst>
        </pc:spChg>
        <pc:spChg chg="mod">
          <ac:chgData name="Bryan Zhang" userId="ffefdb16ed378d0b" providerId="LiveId" clId="{C4E3D004-32D8-45C2-86D8-6EFCDB60346B}" dt="2025-07-22T04:17:45.956" v="683"/>
          <ac:spMkLst>
            <pc:docMk/>
            <pc:sldMk cId="3491667217" sldId="261"/>
            <ac:spMk id="70" creationId="{3D5945D8-00BF-88DB-74F4-5DA4CE45DA9A}"/>
          </ac:spMkLst>
        </pc:spChg>
        <pc:spChg chg="mod">
          <ac:chgData name="Bryan Zhang" userId="ffefdb16ed378d0b" providerId="LiveId" clId="{C4E3D004-32D8-45C2-86D8-6EFCDB60346B}" dt="2025-07-22T04:17:45.956" v="683"/>
          <ac:spMkLst>
            <pc:docMk/>
            <pc:sldMk cId="3491667217" sldId="261"/>
            <ac:spMk id="71" creationId="{FBA4EA95-4887-4C53-9CF4-7871393C3F56}"/>
          </ac:spMkLst>
        </pc:spChg>
        <pc:spChg chg="mod">
          <ac:chgData name="Bryan Zhang" userId="ffefdb16ed378d0b" providerId="LiveId" clId="{C4E3D004-32D8-45C2-86D8-6EFCDB60346B}" dt="2025-07-22T04:17:45.956" v="683"/>
          <ac:spMkLst>
            <pc:docMk/>
            <pc:sldMk cId="3491667217" sldId="261"/>
            <ac:spMk id="72" creationId="{DDD33880-EBE1-77C3-6152-3BF736EE3543}"/>
          </ac:spMkLst>
        </pc:spChg>
        <pc:spChg chg="add del">
          <ac:chgData name="Bryan Zhang" userId="ffefdb16ed378d0b" providerId="LiveId" clId="{C4E3D004-32D8-45C2-86D8-6EFCDB60346B}" dt="2025-07-22T04:21:46.555" v="836" actId="478"/>
          <ac:spMkLst>
            <pc:docMk/>
            <pc:sldMk cId="3491667217" sldId="261"/>
            <ac:spMk id="73" creationId="{69BA8E0B-2C14-44B6-78F9-DEE8A4BEF849}"/>
          </ac:spMkLst>
        </pc:spChg>
        <pc:spChg chg="add mod">
          <ac:chgData name="Bryan Zhang" userId="ffefdb16ed378d0b" providerId="LiveId" clId="{C4E3D004-32D8-45C2-86D8-6EFCDB60346B}" dt="2025-07-22T04:22:35.319" v="840" actId="693"/>
          <ac:spMkLst>
            <pc:docMk/>
            <pc:sldMk cId="3491667217" sldId="261"/>
            <ac:spMk id="74" creationId="{78C53B14-B474-5AD3-4FD4-8639B714360B}"/>
          </ac:spMkLst>
        </pc:spChg>
        <pc:grpChg chg="add mod">
          <ac:chgData name="Bryan Zhang" userId="ffefdb16ed378d0b" providerId="LiveId" clId="{C4E3D004-32D8-45C2-86D8-6EFCDB60346B}" dt="2025-07-17T04:42:37.737" v="147" actId="1037"/>
          <ac:grpSpMkLst>
            <pc:docMk/>
            <pc:sldMk cId="3491667217" sldId="261"/>
            <ac:grpSpMk id="10" creationId="{8C7BA2AA-B76A-DFE8-6D1F-45C2C20F0628}"/>
          </ac:grpSpMkLst>
        </pc:grpChg>
        <pc:grpChg chg="add mod">
          <ac:chgData name="Bryan Zhang" userId="ffefdb16ed378d0b" providerId="LiveId" clId="{C4E3D004-32D8-45C2-86D8-6EFCDB60346B}" dt="2025-07-22T04:19:08.378" v="766" actId="1037"/>
          <ac:grpSpMkLst>
            <pc:docMk/>
            <pc:sldMk cId="3491667217" sldId="261"/>
            <ac:grpSpMk id="51" creationId="{C7EF1B62-3F06-6667-5C11-4F278E051FE9}"/>
          </ac:grpSpMkLst>
        </pc:grpChg>
        <pc:grpChg chg="add mod">
          <ac:chgData name="Bryan Zhang" userId="ffefdb16ed378d0b" providerId="LiveId" clId="{C4E3D004-32D8-45C2-86D8-6EFCDB60346B}" dt="2025-07-22T04:19:02.132" v="749" actId="1037"/>
          <ac:grpSpMkLst>
            <pc:docMk/>
            <pc:sldMk cId="3491667217" sldId="261"/>
            <ac:grpSpMk id="52" creationId="{02A04E66-E8E6-5B19-FC5A-041E16AD9138}"/>
          </ac:grpSpMkLst>
        </pc:grpChg>
        <pc:grpChg chg="add mod">
          <ac:chgData name="Bryan Zhang" userId="ffefdb16ed378d0b" providerId="LiveId" clId="{C4E3D004-32D8-45C2-86D8-6EFCDB60346B}" dt="2025-07-22T04:19:17.707" v="767" actId="1076"/>
          <ac:grpSpMkLst>
            <pc:docMk/>
            <pc:sldMk cId="3491667217" sldId="261"/>
            <ac:grpSpMk id="59" creationId="{5CA0794D-849A-F71F-9495-AD6476419F82}"/>
          </ac:grpSpMkLst>
        </pc:grpChg>
        <pc:grpChg chg="add mod">
          <ac:chgData name="Bryan Zhang" userId="ffefdb16ed378d0b" providerId="LiveId" clId="{C4E3D004-32D8-45C2-86D8-6EFCDB60346B}" dt="2025-07-22T04:19:27.651" v="768" actId="1076"/>
          <ac:grpSpMkLst>
            <pc:docMk/>
            <pc:sldMk cId="3491667217" sldId="261"/>
            <ac:grpSpMk id="66" creationId="{BBFB8CDE-F757-4AFD-715C-442B7665E81D}"/>
          </ac:grpSpMkLst>
        </pc:grpChg>
        <pc:cxnChg chg="add del mod">
          <ac:chgData name="Bryan Zhang" userId="ffefdb16ed378d0b" providerId="LiveId" clId="{C4E3D004-32D8-45C2-86D8-6EFCDB60346B}" dt="2025-07-22T03:41:26.038" v="596" actId="478"/>
          <ac:cxnSpMkLst>
            <pc:docMk/>
            <pc:sldMk cId="3491667217" sldId="261"/>
            <ac:cxnSpMk id="9" creationId="{1FCFD30C-C765-E0BE-96A6-28527069B2F0}"/>
          </ac:cxnSpMkLst>
        </pc:cxnChg>
        <pc:cxnChg chg="add mod">
          <ac:chgData name="Bryan Zhang" userId="ffefdb16ed378d0b" providerId="LiveId" clId="{C4E3D004-32D8-45C2-86D8-6EFCDB60346B}" dt="2025-07-22T03:41:21.465" v="595" actId="1037"/>
          <ac:cxnSpMkLst>
            <pc:docMk/>
            <pc:sldMk cId="3491667217" sldId="261"/>
            <ac:cxnSpMk id="26" creationId="{71F5F1DF-D6F6-3972-8473-FF07FC58433A}"/>
          </ac:cxnSpMkLst>
        </pc:cxnChg>
        <pc:cxnChg chg="add">
          <ac:chgData name="Bryan Zhang" userId="ffefdb16ed378d0b" providerId="LiveId" clId="{C4E3D004-32D8-45C2-86D8-6EFCDB60346B}" dt="2025-07-22T03:41:49.247" v="597" actId="11529"/>
          <ac:cxnSpMkLst>
            <pc:docMk/>
            <pc:sldMk cId="3491667217" sldId="261"/>
            <ac:cxnSpMk id="28" creationId="{341CCAD8-9235-C936-D919-F163C9BF4208}"/>
          </ac:cxnSpMkLst>
        </pc:cxnChg>
        <pc:cxnChg chg="add del mod">
          <ac:chgData name="Bryan Zhang" userId="ffefdb16ed378d0b" providerId="LiveId" clId="{C4E3D004-32D8-45C2-86D8-6EFCDB60346B}" dt="2025-07-22T03:43:24.830" v="617" actId="478"/>
          <ac:cxnSpMkLst>
            <pc:docMk/>
            <pc:sldMk cId="3491667217" sldId="261"/>
            <ac:cxnSpMk id="31" creationId="{C8D673B1-74EC-E12A-C8E0-05FEAC4B1154}"/>
          </ac:cxnSpMkLst>
        </pc:cxnChg>
        <pc:cxnChg chg="add del mod">
          <ac:chgData name="Bryan Zhang" userId="ffefdb16ed378d0b" providerId="LiveId" clId="{C4E3D004-32D8-45C2-86D8-6EFCDB60346B}" dt="2025-07-22T03:43:29.749" v="620" actId="478"/>
          <ac:cxnSpMkLst>
            <pc:docMk/>
            <pc:sldMk cId="3491667217" sldId="261"/>
            <ac:cxnSpMk id="33" creationId="{030D9C59-29B9-DD3A-6020-1DFC5D9866CC}"/>
          </ac:cxnSpMkLst>
        </pc:cxnChg>
        <pc:cxnChg chg="add del mod">
          <ac:chgData name="Bryan Zhang" userId="ffefdb16ed378d0b" providerId="LiveId" clId="{C4E3D004-32D8-45C2-86D8-6EFCDB60346B}" dt="2025-07-22T03:43:28.249" v="619" actId="478"/>
          <ac:cxnSpMkLst>
            <pc:docMk/>
            <pc:sldMk cId="3491667217" sldId="261"/>
            <ac:cxnSpMk id="35" creationId="{74405E76-4A94-0A1F-6F9A-5AA3CF1213A3}"/>
          </ac:cxnSpMkLst>
        </pc:cxnChg>
        <pc:cxnChg chg="add del mod">
          <ac:chgData name="Bryan Zhang" userId="ffefdb16ed378d0b" providerId="LiveId" clId="{C4E3D004-32D8-45C2-86D8-6EFCDB60346B}" dt="2025-07-22T03:43:27.252" v="618" actId="478"/>
          <ac:cxnSpMkLst>
            <pc:docMk/>
            <pc:sldMk cId="3491667217" sldId="261"/>
            <ac:cxnSpMk id="37" creationId="{1F9AB454-73F8-CAE5-8B20-CB87187C6073}"/>
          </ac:cxnSpMkLst>
        </pc:cxnChg>
        <pc:cxnChg chg="add mod">
          <ac:chgData name="Bryan Zhang" userId="ffefdb16ed378d0b" providerId="LiveId" clId="{C4E3D004-32D8-45C2-86D8-6EFCDB60346B}" dt="2025-07-22T04:18:29.811" v="717" actId="1037"/>
          <ac:cxnSpMkLst>
            <pc:docMk/>
            <pc:sldMk cId="3491667217" sldId="261"/>
            <ac:cxnSpMk id="39" creationId="{86A7ECAC-018E-98E3-CA8D-9925B883A225}"/>
          </ac:cxnSpMkLst>
        </pc:cxnChg>
        <pc:cxnChg chg="add mod">
          <ac:chgData name="Bryan Zhang" userId="ffefdb16ed378d0b" providerId="LiveId" clId="{C4E3D004-32D8-45C2-86D8-6EFCDB60346B}" dt="2025-07-22T04:19:57.229" v="834" actId="1037"/>
          <ac:cxnSpMkLst>
            <pc:docMk/>
            <pc:sldMk cId="3491667217" sldId="261"/>
            <ac:cxnSpMk id="41" creationId="{CC2F3F7C-AE96-2A0C-FF11-BF39BF8E3CA9}"/>
          </ac:cxnSpMkLst>
        </pc:cxnChg>
        <pc:cxnChg chg="add mod">
          <ac:chgData name="Bryan Zhang" userId="ffefdb16ed378d0b" providerId="LiveId" clId="{C4E3D004-32D8-45C2-86D8-6EFCDB60346B}" dt="2025-07-22T04:19:48.849" v="823" actId="1038"/>
          <ac:cxnSpMkLst>
            <pc:docMk/>
            <pc:sldMk cId="3491667217" sldId="261"/>
            <ac:cxnSpMk id="43" creationId="{D6E46F04-7076-3B47-8C1B-90347781AA28}"/>
          </ac:cxnSpMkLst>
        </pc:cxnChg>
        <pc:cxnChg chg="add mod">
          <ac:chgData name="Bryan Zhang" userId="ffefdb16ed378d0b" providerId="LiveId" clId="{C4E3D004-32D8-45C2-86D8-6EFCDB60346B}" dt="2025-07-22T04:19:37.596" v="797" actId="1037"/>
          <ac:cxnSpMkLst>
            <pc:docMk/>
            <pc:sldMk cId="3491667217" sldId="261"/>
            <ac:cxnSpMk id="45" creationId="{6B3DED39-7EDB-C104-D453-5C31CAFD5BE2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A2CCE5-FDF4-4EB5-B6DF-6638599F3816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5EBA-B151-417C-AFC6-04546C2976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71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B76C0-E9A3-4470-8257-F1BB65905291}" type="datetime4">
              <a:rPr lang="en-US" smtClean="0"/>
              <a:t>February 14,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319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D63B9-3A19-4C27-B386-133EC6F306C3}" type="datetime4">
              <a:rPr lang="en-US" smtClean="0"/>
              <a:t>February 14,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898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1D307-5726-4724-ADF8-6E74855A60CB}" type="datetime4">
              <a:rPr lang="en-US" smtClean="0"/>
              <a:t>February 14,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4348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D7BB7-7A78-402C-8216-C1408FEB382E}" type="datetime4">
              <a:rPr lang="en-US" smtClean="0"/>
              <a:t>February 14,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8843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2343E-F4D7-4E00-B9F2-5F6762BE5728}" type="datetime4">
              <a:rPr lang="en-US" smtClean="0"/>
              <a:t>February 14,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01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E7F51-E863-42F8-8F2B-1F183A91573E}" type="datetime4">
              <a:rPr lang="en-US" smtClean="0"/>
              <a:t>February 14,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273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E1F22-31CC-4E41-A2EC-86D92BE02BDC}" type="datetime4">
              <a:rPr lang="en-US" smtClean="0"/>
              <a:t>February 14,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678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11AC7-8CC2-470F-999F-1990D27EB8E9}" type="datetime4">
              <a:rPr lang="en-US" smtClean="0"/>
              <a:t>February 14,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44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4922-0191-4802-88BC-FCAC60D60778}" type="datetime4">
              <a:rPr lang="en-US" smtClean="0"/>
              <a:t>February 14,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879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F97D-A8AE-47F5-8736-0CABA45B003E}" type="datetime4">
              <a:rPr lang="en-US" smtClean="0"/>
              <a:t>February 14,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661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C148C-EA94-4767-8899-E3BAAD414647}" type="datetime4">
              <a:rPr lang="en-US" smtClean="0"/>
              <a:t>February 14,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839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AFBC40-72A2-4E2B-BCF9-BA5DBFE1721A}" type="datetime4">
              <a:rPr lang="en-US" smtClean="0"/>
              <a:t>February 14, 2026</a:t>
            </a:fld>
            <a:endParaRPr lang="en-US" dirty="0">
              <a:latin typeface="+mn-lt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AEF59-F28E-467C-9EA3-92D1CFAD475A}" type="slidenum">
              <a:rPr lang="en-US" smtClean="0"/>
              <a:pPr/>
              <a:t>‹#›</a:t>
            </a:fld>
            <a:endParaRPr lang="en-US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01395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758048B4-3F65-4EB9-ABA8-099353BE8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E2FDE4-8ECB-4D0B-B871-D4EE52606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marble with brown and aqua colors">
            <a:extLst>
              <a:ext uri="{FF2B5EF4-FFF2-40B4-BE49-F238E27FC236}">
                <a16:creationId xmlns:a16="http://schemas.microsoft.com/office/drawing/2014/main" id="{B310FE14-45F3-7BBF-E63D-E2A18A1F19B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tint val="45000"/>
                <a:satMod val="400000"/>
              </a:schemeClr>
            </a:duotone>
            <a:alphaModFix amt="10000"/>
          </a:blip>
          <a:srcRect t="4492" b="16283"/>
          <a:stretch/>
        </p:blipFill>
        <p:spPr>
          <a:xfrm>
            <a:off x="20" y="1"/>
            <a:ext cx="1219197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B1C02D-CA3E-354A-2673-3A68388BDD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568" y="1169982"/>
            <a:ext cx="10530318" cy="2736390"/>
          </a:xfrm>
        </p:spPr>
        <p:txBody>
          <a:bodyPr anchor="b">
            <a:normAutofit/>
          </a:bodyPr>
          <a:lstStyle/>
          <a:p>
            <a:pPr algn="l"/>
            <a:r>
              <a:rPr lang="en-US" sz="8000" dirty="0">
                <a:solidFill>
                  <a:schemeClr val="tx2"/>
                </a:solidFill>
              </a:rPr>
              <a:t>Market-in-Talk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5EF0FF-1961-A991-926E-EC22932609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2567" y="4067745"/>
            <a:ext cx="10530318" cy="1949813"/>
          </a:xfrm>
        </p:spPr>
        <p:txBody>
          <a:bodyPr anchor="t">
            <a:normAutofit/>
          </a:bodyPr>
          <a:lstStyle/>
          <a:p>
            <a:pPr algn="l"/>
            <a:r>
              <a:rPr lang="en-US" sz="2200" dirty="0">
                <a:solidFill>
                  <a:schemeClr val="tx2"/>
                </a:solidFill>
              </a:rPr>
              <a:t>Electricity Market in Discussions, Documents, and Rules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C86DB23-FEFE-4C3A-88FA-8E855AB1E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2568" y="246028"/>
            <a:ext cx="255495" cy="546559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BB22FAF-4B4F-40B1-97FF-67CD036C8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0441" y="6522756"/>
            <a:ext cx="10717187" cy="0"/>
          </a:xfrm>
          <a:prstGeom prst="line">
            <a:avLst/>
          </a:prstGeom>
          <a:ln w="12700" cap="sq">
            <a:solidFill>
              <a:schemeClr val="tx2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8488D89-E3BB-4E60-BF44-5F0BE92E3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2829917" y="6400800"/>
            <a:ext cx="338328" cy="240175"/>
            <a:chOff x="4089400" y="933450"/>
            <a:chExt cx="338328" cy="34193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8FA7B87-C151-46CF-9E07-DD4FD9717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258564" y="933450"/>
              <a:ext cx="0" cy="341938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99EB480-500C-4A3E-BED3-513B88DB01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089400" y="1104419"/>
              <a:ext cx="338328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2903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79775-3349-41A6-C3A6-AB763F3DF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Market Rule Documents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B0B37D-8613-09E0-F727-D6410FBB32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Nodal Protocol</a:t>
            </a:r>
          </a:p>
          <a:p>
            <a:r>
              <a:rPr lang="en-US" dirty="0"/>
              <a:t>Market Guides</a:t>
            </a:r>
          </a:p>
          <a:p>
            <a:pPr lvl="1"/>
            <a:r>
              <a:rPr lang="en-US" dirty="0"/>
              <a:t>Commercial Operations Market Guide (COMG)</a:t>
            </a:r>
          </a:p>
          <a:p>
            <a:pPr lvl="1"/>
            <a:r>
              <a:rPr lang="en-US" dirty="0"/>
              <a:t>Data Transport Guides (DTG)</a:t>
            </a:r>
          </a:p>
          <a:p>
            <a:pPr lvl="1"/>
            <a:r>
              <a:rPr lang="en-US" dirty="0"/>
              <a:t>Load Profiling Guide (LPG)</a:t>
            </a:r>
          </a:p>
          <a:p>
            <a:pPr lvl="1"/>
            <a:r>
              <a:rPr lang="en-US" dirty="0"/>
              <a:t>Nodal Operating Guide (NOG)</a:t>
            </a:r>
          </a:p>
          <a:p>
            <a:pPr lvl="1"/>
            <a:r>
              <a:rPr lang="en-US" dirty="0"/>
              <a:t>Operating Guides (OG)</a:t>
            </a:r>
          </a:p>
          <a:p>
            <a:pPr lvl="1"/>
            <a:r>
              <a:rPr lang="en-US" dirty="0"/>
              <a:t>Planning Guide (PG)</a:t>
            </a:r>
          </a:p>
          <a:p>
            <a:pPr lvl="1"/>
            <a:r>
              <a:rPr lang="en-US" dirty="0"/>
              <a:t>Retail Market Guide (RMG)</a:t>
            </a:r>
          </a:p>
          <a:p>
            <a:pPr lvl="1"/>
            <a:r>
              <a:rPr lang="en-US" dirty="0"/>
              <a:t>Settlement Metering Operating Guide (SMOG)</a:t>
            </a:r>
          </a:p>
          <a:p>
            <a:pPr lvl="1"/>
            <a:r>
              <a:rPr lang="en-US" dirty="0"/>
              <a:t>Texas Standard Electronic Transaction Guide (TSETG)</a:t>
            </a:r>
          </a:p>
          <a:p>
            <a:pPr lvl="1"/>
            <a:r>
              <a:rPr lang="en-US" dirty="0"/>
              <a:t>Verifiable Cost Manual (VCM)</a:t>
            </a:r>
          </a:p>
          <a:p>
            <a:r>
              <a:rPr lang="en-US" dirty="0"/>
              <a:t>Business Practice Manual</a:t>
            </a:r>
          </a:p>
          <a:p>
            <a:pPr lvl="1"/>
            <a:r>
              <a:rPr lang="en-US" dirty="0"/>
              <a:t>AS Market Transactions in DA and RT Adjust Period</a:t>
            </a:r>
          </a:p>
          <a:p>
            <a:pPr lvl="1"/>
            <a:r>
              <a:rPr lang="en-US" dirty="0"/>
              <a:t>COP Practices by QSE</a:t>
            </a:r>
          </a:p>
          <a:p>
            <a:pPr lvl="1"/>
            <a:r>
              <a:rPr lang="en-US" dirty="0"/>
              <a:t>DAM Operating Procedure Manual</a:t>
            </a:r>
          </a:p>
          <a:p>
            <a:pPr lvl="1"/>
            <a:r>
              <a:rPr lang="en-US" dirty="0"/>
              <a:t>ERCOT Market Notice Communication Process</a:t>
            </a:r>
          </a:p>
          <a:p>
            <a:pPr lvl="1"/>
            <a:r>
              <a:rPr lang="en-US" dirty="0"/>
              <a:t>ERCOT and QSE Operations Practices during the Operating Hour</a:t>
            </a:r>
          </a:p>
          <a:p>
            <a:pPr lvl="1"/>
            <a:r>
              <a:rPr lang="en-US" dirty="0"/>
              <a:t>Network Operations Modeling Expectations for TSPs, Res, and QSEs</a:t>
            </a:r>
          </a:p>
          <a:p>
            <a:pPr lvl="1"/>
            <a:r>
              <a:rPr lang="en-US" dirty="0"/>
              <a:t>Price Validation and Corrections</a:t>
            </a:r>
          </a:p>
          <a:p>
            <a:pPr lvl="1"/>
            <a:r>
              <a:rPr lang="en-US" dirty="0"/>
              <a:t>Simple Transmission Outage Definition</a:t>
            </a:r>
          </a:p>
          <a:p>
            <a:pPr lvl="1"/>
            <a:r>
              <a:rPr lang="en-US" dirty="0"/>
              <a:t>Split Generation Resources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4F28EE-1018-3F71-14D0-FC97D79AB21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Other Binding Documents</a:t>
            </a:r>
          </a:p>
          <a:p>
            <a:pPr lvl="1"/>
            <a:r>
              <a:rPr lang="en-US" dirty="0"/>
              <a:t>Demand Response Data Definitions and Technical Specifications</a:t>
            </a:r>
          </a:p>
          <a:p>
            <a:pPr lvl="1"/>
            <a:r>
              <a:rPr lang="en-US" dirty="0"/>
              <a:t>ERS Procurement Methodology</a:t>
            </a:r>
          </a:p>
          <a:p>
            <a:pPr lvl="1"/>
            <a:r>
              <a:rPr lang="en-US" dirty="0"/>
              <a:t>ERS Technical Requirements &amp; Scope of Work</a:t>
            </a:r>
          </a:p>
          <a:p>
            <a:pPr lvl="1"/>
            <a:r>
              <a:rPr lang="en-US" dirty="0"/>
              <a:t>Methodologies for Determining Ancillary Service Requirements</a:t>
            </a:r>
          </a:p>
          <a:p>
            <a:pPr lvl="1"/>
            <a:r>
              <a:rPr lang="en-US" dirty="0"/>
              <a:t>Methodology for Implementing ORDC to Calculate Real-Time Reserve Price Adder</a:t>
            </a:r>
          </a:p>
          <a:p>
            <a:pPr lvl="1"/>
            <a:r>
              <a:rPr lang="en-US" dirty="0"/>
              <a:t>Nodal Non-Spinning Reserve Service Deployment Procedures</a:t>
            </a:r>
          </a:p>
          <a:p>
            <a:pPr lvl="1"/>
            <a:r>
              <a:rPr lang="en-US" dirty="0"/>
              <a:t>Operating Procedures</a:t>
            </a:r>
          </a:p>
          <a:p>
            <a:pPr lvl="1"/>
            <a:r>
              <a:rPr lang="en-US" dirty="0"/>
              <a:t>Procedure for Identifying Resource Nodes</a:t>
            </a:r>
          </a:p>
          <a:p>
            <a:pPr lvl="1"/>
            <a:r>
              <a:rPr lang="en-US" dirty="0"/>
              <a:t>Requirements for Aggregate Load Resource Participation</a:t>
            </a:r>
          </a:p>
          <a:p>
            <a:pPr lvl="1"/>
            <a:r>
              <a:rPr lang="en-US" dirty="0"/>
              <a:t>Resource Registration Glossary (RRG)</a:t>
            </a:r>
          </a:p>
          <a:p>
            <a:pPr lvl="1"/>
            <a:r>
              <a:rPr lang="en-US" dirty="0"/>
              <a:t>Texas Market Test Plan</a:t>
            </a:r>
          </a:p>
          <a:p>
            <a:pPr lvl="1"/>
            <a:r>
              <a:rPr lang="en-US" dirty="0"/>
              <a:t>Transmission Element Naming Convention</a:t>
            </a:r>
          </a:p>
          <a:p>
            <a:r>
              <a:rPr lang="en-US" dirty="0"/>
              <a:t>Key Principles</a:t>
            </a:r>
          </a:p>
          <a:p>
            <a:pPr lvl="1"/>
            <a:r>
              <a:rPr lang="en-US" dirty="0"/>
              <a:t>RTC</a:t>
            </a:r>
          </a:p>
          <a:p>
            <a:r>
              <a:rPr lang="en-US" dirty="0"/>
              <a:t>Key Topics &amp; Concepts</a:t>
            </a:r>
          </a:p>
          <a:p>
            <a:pPr lvl="1"/>
            <a:r>
              <a:rPr lang="en-US" dirty="0"/>
              <a:t>BESS</a:t>
            </a:r>
          </a:p>
          <a:p>
            <a:pPr lvl="1"/>
            <a:r>
              <a:rPr lang="en-US" dirty="0"/>
              <a:t>ADER Pilot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357150-45C3-435E-3786-713CEA51C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535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FFCE98-B773-9F16-200D-585F39833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3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C5EB05-9AE0-6FF6-895B-6673F74F5DFD}"/>
              </a:ext>
            </a:extLst>
          </p:cNvPr>
          <p:cNvGrpSpPr/>
          <p:nvPr/>
        </p:nvGrpSpPr>
        <p:grpSpPr>
          <a:xfrm>
            <a:off x="2028423" y="212501"/>
            <a:ext cx="8020452" cy="6458755"/>
            <a:chOff x="2028423" y="212501"/>
            <a:chExt cx="8020452" cy="645875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0FB8301-0212-B80E-31CF-A766B106D88B}"/>
                </a:ext>
              </a:extLst>
            </p:cNvPr>
            <p:cNvGrpSpPr/>
            <p:nvPr/>
          </p:nvGrpSpPr>
          <p:grpSpPr>
            <a:xfrm>
              <a:off x="2143125" y="300038"/>
              <a:ext cx="7905750" cy="6257925"/>
              <a:chOff x="2143125" y="300038"/>
              <a:chExt cx="7905750" cy="6257925"/>
            </a:xfrm>
          </p:grpSpPr>
          <p:pic>
            <p:nvPicPr>
              <p:cNvPr id="1026" name="Picture 2">
                <a:extLst>
                  <a:ext uri="{FF2B5EF4-FFF2-40B4-BE49-F238E27FC236}">
                    <a16:creationId xmlns:a16="http://schemas.microsoft.com/office/drawing/2014/main" id="{F85CDB6B-EF82-2EC0-595C-FBAE99F080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43125" y="300038"/>
                <a:ext cx="7905750" cy="62579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4" name="Connector: Elbow 3">
                <a:extLst>
                  <a:ext uri="{FF2B5EF4-FFF2-40B4-BE49-F238E27FC236}">
                    <a16:creationId xmlns:a16="http://schemas.microsoft.com/office/drawing/2014/main" id="{3FFCAD53-28C6-4E38-8AC1-8FCC2DCEDD2A}"/>
                  </a:ext>
                </a:extLst>
              </p:cNvPr>
              <p:cNvCxnSpPr/>
              <p:nvPr/>
            </p:nvCxnSpPr>
            <p:spPr>
              <a:xfrm>
                <a:off x="6858000" y="1320085"/>
                <a:ext cx="553792" cy="482957"/>
              </a:xfrm>
              <a:prstGeom prst="bentConnector3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27B4EF7-9C2F-6FDA-00E9-3A20D05A9E6E}"/>
                </a:ext>
              </a:extLst>
            </p:cNvPr>
            <p:cNvSpPr/>
            <p:nvPr/>
          </p:nvSpPr>
          <p:spPr>
            <a:xfrm>
              <a:off x="2028423" y="212501"/>
              <a:ext cx="360608" cy="645875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B2285BE-DCA2-04EC-C2D1-FDBE3078DB9A}"/>
              </a:ext>
            </a:extLst>
          </p:cNvPr>
          <p:cNvSpPr txBox="1"/>
          <p:nvPr/>
        </p:nvSpPr>
        <p:spPr>
          <a:xfrm>
            <a:off x="496441" y="953037"/>
            <a:ext cx="14746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Note:</a:t>
            </a:r>
          </a:p>
          <a:p>
            <a:endParaRPr lang="en-US" sz="1000" dirty="0"/>
          </a:p>
          <a:p>
            <a:r>
              <a:rPr lang="en-US" sz="1000" dirty="0"/>
              <a:t>WG – working group</a:t>
            </a:r>
          </a:p>
          <a:p>
            <a:r>
              <a:rPr lang="en-US" sz="1000" dirty="0"/>
              <a:t>TF – Tasking Force</a:t>
            </a:r>
          </a:p>
          <a:p>
            <a:r>
              <a:rPr lang="en-US" sz="1000" dirty="0"/>
              <a:t>S – Sub-committee</a:t>
            </a:r>
          </a:p>
        </p:txBody>
      </p:sp>
    </p:spTree>
    <p:extLst>
      <p:ext uri="{BB962C8B-B14F-4D97-AF65-F5344CB8AC3E}">
        <p14:creationId xmlns:p14="http://schemas.microsoft.com/office/powerpoint/2010/main" val="3340103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88377-1E0C-EA78-7A46-3C0495961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Market Rule Revision Requests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7828C-AD1D-C87E-2873-FFB43CA6EC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NPRR</a:t>
            </a:r>
          </a:p>
          <a:p>
            <a:r>
              <a:rPr lang="en-US" dirty="0"/>
              <a:t>VCMRR</a:t>
            </a:r>
          </a:p>
          <a:p>
            <a:r>
              <a:rPr lang="en-US" dirty="0"/>
              <a:t>SCR</a:t>
            </a:r>
          </a:p>
          <a:p>
            <a:r>
              <a:rPr lang="en-US" dirty="0"/>
              <a:t>OBDRR</a:t>
            </a:r>
          </a:p>
          <a:p>
            <a:r>
              <a:rPr lang="en-US" dirty="0"/>
              <a:t>COMGRR</a:t>
            </a:r>
          </a:p>
          <a:p>
            <a:r>
              <a:rPr lang="en-US" dirty="0"/>
              <a:t>LPGRR</a:t>
            </a:r>
          </a:p>
          <a:p>
            <a:r>
              <a:rPr lang="en-US" dirty="0"/>
              <a:t>NOGRR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F6BEFD5-8F2F-7984-7906-07CC4A9ABEB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PGRR</a:t>
            </a:r>
          </a:p>
          <a:p>
            <a:r>
              <a:rPr lang="en-US" dirty="0"/>
              <a:t>RMGRR</a:t>
            </a:r>
          </a:p>
          <a:p>
            <a:r>
              <a:rPr lang="en-US"/>
              <a:t>SMOGRR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C0193-588B-9A3A-FFD2-A2A8590B7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7629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E4FC5-17A5-BC4F-020B-E14A87894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Formats of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1B8BB-3CC3-06BB-72BF-826215597C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19145" cy="4351338"/>
          </a:xfrm>
        </p:spPr>
        <p:txBody>
          <a:bodyPr/>
          <a:lstStyle/>
          <a:p>
            <a:r>
              <a:rPr lang="en-US" dirty="0"/>
              <a:t>Revision Request Proposal</a:t>
            </a:r>
          </a:p>
          <a:p>
            <a:pPr lvl="1"/>
            <a:r>
              <a:rPr lang="en-US" dirty="0"/>
              <a:t>Format: MS Word</a:t>
            </a:r>
          </a:p>
          <a:p>
            <a:r>
              <a:rPr lang="en-US" dirty="0"/>
              <a:t>Presentation Slides</a:t>
            </a:r>
          </a:p>
          <a:p>
            <a:pPr lvl="1"/>
            <a:r>
              <a:rPr lang="en-US" dirty="0"/>
              <a:t>Format: MS PowerPoint</a:t>
            </a:r>
          </a:p>
          <a:p>
            <a:r>
              <a:rPr lang="en-US" dirty="0"/>
              <a:t>Numerical Examples</a:t>
            </a:r>
          </a:p>
          <a:p>
            <a:pPr lvl="1"/>
            <a:r>
              <a:rPr lang="en-US" dirty="0"/>
              <a:t>Format: MS Excel, csv</a:t>
            </a:r>
          </a:p>
          <a:p>
            <a:r>
              <a:rPr lang="en-US" dirty="0"/>
              <a:t>Notes</a:t>
            </a:r>
          </a:p>
          <a:p>
            <a:pPr lvl="1"/>
            <a:r>
              <a:rPr lang="en-US" dirty="0"/>
              <a:t>Format: txt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F0260-0348-BBE1-8F32-6AA78C290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755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79144-8D78-D6FC-A18E-C1335B1CF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Revision Request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A838B7-0B29-ADF3-A9F9-30BB4B2F747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Title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Category: initial/comment/report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Sponsor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Organization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Author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Submit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Topic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Key words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Related Market Rule Documents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Protocol Section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Binding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Stakeholder Stage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Meeting Time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Meeting 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E3618E-CB63-383B-D84C-CEA74EA23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6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15090F34-EF51-42CC-5735-672260A671D8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5235536" cy="4574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2870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9EE84F-3106-529D-0163-BC1B34D55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7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4E56F1-F0D9-EDBC-06BC-7EA748267DD7}"/>
              </a:ext>
            </a:extLst>
          </p:cNvPr>
          <p:cNvSpPr/>
          <p:nvPr/>
        </p:nvSpPr>
        <p:spPr>
          <a:xfrm>
            <a:off x="392806" y="521594"/>
            <a:ext cx="11493215" cy="1955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C7BA2AA-B76A-DFE8-6D1F-45C2C20F0628}"/>
              </a:ext>
            </a:extLst>
          </p:cNvPr>
          <p:cNvGrpSpPr/>
          <p:nvPr/>
        </p:nvGrpSpPr>
        <p:grpSpPr>
          <a:xfrm>
            <a:off x="305979" y="251138"/>
            <a:ext cx="1663810" cy="297377"/>
            <a:chOff x="432107" y="251138"/>
            <a:chExt cx="1663810" cy="29737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4E2384-752B-3885-D6F6-E371D8031D33}"/>
                </a:ext>
              </a:extLst>
            </p:cNvPr>
            <p:cNvSpPr txBox="1"/>
            <p:nvPr/>
          </p:nvSpPr>
          <p:spPr>
            <a:xfrm>
              <a:off x="432107" y="251138"/>
              <a:ext cx="888643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dirty="0">
                  <a:solidFill>
                    <a:schemeClr val="tx2"/>
                  </a:solidFill>
                  <a:latin typeface="Aptos Black" panose="020F0502020204030204" pitchFamily="34" charset="0"/>
                </a:rPr>
                <a:t>Market</a:t>
              </a:r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2F495793-B840-1BB8-30D1-FBA028E8D0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93484" y="307231"/>
              <a:ext cx="196049" cy="195589"/>
            </a:xfrm>
            <a:prstGeom prst="flowChartConnector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00" dirty="0">
                <a:solidFill>
                  <a:schemeClr val="tx2"/>
                </a:solidFill>
                <a:latin typeface="Aptos Black" panose="020F050202020403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260CFAE-DBB6-C80F-5AFF-786D7C17C2E5}"/>
                </a:ext>
              </a:extLst>
            </p:cNvPr>
            <p:cNvSpPr txBox="1"/>
            <p:nvPr/>
          </p:nvSpPr>
          <p:spPr>
            <a:xfrm>
              <a:off x="1207274" y="256127"/>
              <a:ext cx="888643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dirty="0">
                  <a:solidFill>
                    <a:schemeClr val="tx2"/>
                  </a:solidFill>
                  <a:latin typeface="Aptos Black" panose="020F0502020204030204" pitchFamily="34" charset="0"/>
                </a:rPr>
                <a:t>Talk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C99284B-6723-A92B-5FD8-FA360815D787}"/>
                </a:ext>
              </a:extLst>
            </p:cNvPr>
            <p:cNvSpPr txBox="1"/>
            <p:nvPr/>
          </p:nvSpPr>
          <p:spPr>
            <a:xfrm>
              <a:off x="1037285" y="256127"/>
              <a:ext cx="4130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ptos Black" panose="020F0502020204030204" pitchFamily="34" charset="0"/>
                </a:rPr>
                <a:t>in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5AA56E2-08D2-E968-51EA-C000B34DC542}"/>
              </a:ext>
            </a:extLst>
          </p:cNvPr>
          <p:cNvSpPr txBox="1"/>
          <p:nvPr/>
        </p:nvSpPr>
        <p:spPr>
          <a:xfrm>
            <a:off x="10970871" y="267093"/>
            <a:ext cx="532221" cy="2704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tx2"/>
                </a:solidFill>
              </a:rPr>
              <a:t>Login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3A3EC5-3BCB-3EBD-03AC-6CC89468D951}"/>
              </a:ext>
            </a:extLst>
          </p:cNvPr>
          <p:cNvSpPr txBox="1"/>
          <p:nvPr/>
        </p:nvSpPr>
        <p:spPr>
          <a:xfrm>
            <a:off x="11448396" y="280916"/>
            <a:ext cx="53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tx2"/>
                </a:solidFill>
              </a:rPr>
              <a:t>Enroll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2FED38C-0804-8C79-F179-F4ED092BC16C}"/>
              </a:ext>
            </a:extLst>
          </p:cNvPr>
          <p:cNvSpPr/>
          <p:nvPr/>
        </p:nvSpPr>
        <p:spPr>
          <a:xfrm>
            <a:off x="701566" y="1308538"/>
            <a:ext cx="3279227" cy="27589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Nodal Protocol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282FD2B-1FDE-3E4F-F0F4-0BC10877A1BC}"/>
              </a:ext>
            </a:extLst>
          </p:cNvPr>
          <p:cNvSpPr/>
          <p:nvPr/>
        </p:nvSpPr>
        <p:spPr>
          <a:xfrm>
            <a:off x="701561" y="1718297"/>
            <a:ext cx="3279227" cy="27589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Nodal Market Guides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7BA35FF-2E54-F395-BA31-C0D7CAC8CCEC}"/>
              </a:ext>
            </a:extLst>
          </p:cNvPr>
          <p:cNvSpPr/>
          <p:nvPr/>
        </p:nvSpPr>
        <p:spPr>
          <a:xfrm>
            <a:off x="701561" y="2123701"/>
            <a:ext cx="3279227" cy="27589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Business Practice Manuals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14B0B8E-46E5-08BF-5B7D-F30D0B07828F}"/>
              </a:ext>
            </a:extLst>
          </p:cNvPr>
          <p:cNvSpPr/>
          <p:nvPr/>
        </p:nvSpPr>
        <p:spPr>
          <a:xfrm>
            <a:off x="701560" y="2529105"/>
            <a:ext cx="3279227" cy="27589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Other Binding Documents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B480AF8-1A9C-37E1-D1A6-D6B4764A3DEC}"/>
              </a:ext>
            </a:extLst>
          </p:cNvPr>
          <p:cNvSpPr/>
          <p:nvPr/>
        </p:nvSpPr>
        <p:spPr>
          <a:xfrm>
            <a:off x="701559" y="2934509"/>
            <a:ext cx="3279227" cy="27589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Key Principles &amp; Concepts</a:t>
            </a:r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DB64E9B-046A-B876-1D47-96754913E7F8}"/>
              </a:ext>
            </a:extLst>
          </p:cNvPr>
          <p:cNvSpPr/>
          <p:nvPr/>
        </p:nvSpPr>
        <p:spPr>
          <a:xfrm>
            <a:off x="7486397" y="1446486"/>
            <a:ext cx="985345" cy="195589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PUCT</a:t>
            </a:r>
          </a:p>
        </p:txBody>
      </p:sp>
      <p:sp>
        <p:nvSpPr>
          <p:cNvPr id="19" name="Rectangle: Top Corners Rounded 18">
            <a:extLst>
              <a:ext uri="{FF2B5EF4-FFF2-40B4-BE49-F238E27FC236}">
                <a16:creationId xmlns:a16="http://schemas.microsoft.com/office/drawing/2014/main" id="{1F417E03-4A82-F371-C81A-F9469062D731}"/>
              </a:ext>
            </a:extLst>
          </p:cNvPr>
          <p:cNvSpPr/>
          <p:nvPr/>
        </p:nvSpPr>
        <p:spPr>
          <a:xfrm>
            <a:off x="7027899" y="1874965"/>
            <a:ext cx="1901952" cy="195589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Board of Directors</a:t>
            </a:r>
          </a:p>
        </p:txBody>
      </p:sp>
      <p:sp>
        <p:nvSpPr>
          <p:cNvPr id="20" name="Rectangle: Top Corners Rounded 19">
            <a:extLst>
              <a:ext uri="{FF2B5EF4-FFF2-40B4-BE49-F238E27FC236}">
                <a16:creationId xmlns:a16="http://schemas.microsoft.com/office/drawing/2014/main" id="{29672F61-6741-D92E-E1C0-F354D7E56407}"/>
              </a:ext>
            </a:extLst>
          </p:cNvPr>
          <p:cNvSpPr/>
          <p:nvPr/>
        </p:nvSpPr>
        <p:spPr>
          <a:xfrm>
            <a:off x="7486396" y="2303444"/>
            <a:ext cx="985345" cy="195589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TAC</a:t>
            </a:r>
          </a:p>
        </p:txBody>
      </p:sp>
      <p:sp>
        <p:nvSpPr>
          <p:cNvPr id="21" name="Rectangle: Top Corners Rounded 20">
            <a:extLst>
              <a:ext uri="{FF2B5EF4-FFF2-40B4-BE49-F238E27FC236}">
                <a16:creationId xmlns:a16="http://schemas.microsoft.com/office/drawing/2014/main" id="{17F8B5DB-59E3-8133-6B56-3CD520E00729}"/>
              </a:ext>
            </a:extLst>
          </p:cNvPr>
          <p:cNvSpPr/>
          <p:nvPr/>
        </p:nvSpPr>
        <p:spPr>
          <a:xfrm>
            <a:off x="6613609" y="2765517"/>
            <a:ext cx="985345" cy="195589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ROS</a:t>
            </a:r>
          </a:p>
        </p:txBody>
      </p:sp>
      <p:sp>
        <p:nvSpPr>
          <p:cNvPr id="22" name="Rectangle: Top Corners Rounded 21">
            <a:extLst>
              <a:ext uri="{FF2B5EF4-FFF2-40B4-BE49-F238E27FC236}">
                <a16:creationId xmlns:a16="http://schemas.microsoft.com/office/drawing/2014/main" id="{0DD19F97-657E-AFDC-7A9B-7B4B9688FE67}"/>
              </a:ext>
            </a:extLst>
          </p:cNvPr>
          <p:cNvSpPr/>
          <p:nvPr/>
        </p:nvSpPr>
        <p:spPr>
          <a:xfrm>
            <a:off x="4474206" y="2765434"/>
            <a:ext cx="985345" cy="195589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PRS</a:t>
            </a:r>
          </a:p>
        </p:txBody>
      </p:sp>
      <p:sp>
        <p:nvSpPr>
          <p:cNvPr id="23" name="Rectangle: Top Corners Rounded 22">
            <a:extLst>
              <a:ext uri="{FF2B5EF4-FFF2-40B4-BE49-F238E27FC236}">
                <a16:creationId xmlns:a16="http://schemas.microsoft.com/office/drawing/2014/main" id="{EE39EAB8-49F7-EC00-D50A-0BB690D72773}"/>
              </a:ext>
            </a:extLst>
          </p:cNvPr>
          <p:cNvSpPr/>
          <p:nvPr/>
        </p:nvSpPr>
        <p:spPr>
          <a:xfrm>
            <a:off x="8553378" y="2771874"/>
            <a:ext cx="985345" cy="195589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WMS</a:t>
            </a:r>
          </a:p>
        </p:txBody>
      </p:sp>
      <p:sp>
        <p:nvSpPr>
          <p:cNvPr id="25" name="Rectangle: Top Corners Rounded 24">
            <a:extLst>
              <a:ext uri="{FF2B5EF4-FFF2-40B4-BE49-F238E27FC236}">
                <a16:creationId xmlns:a16="http://schemas.microsoft.com/office/drawing/2014/main" id="{908AE4F6-32F6-AFBB-E348-6E5FD3439E8D}"/>
              </a:ext>
            </a:extLst>
          </p:cNvPr>
          <p:cNvSpPr/>
          <p:nvPr/>
        </p:nvSpPr>
        <p:spPr>
          <a:xfrm>
            <a:off x="10563996" y="2765516"/>
            <a:ext cx="985345" cy="195589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RMS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1F5F1DF-D6F6-3972-8473-FF07FC58433A}"/>
              </a:ext>
            </a:extLst>
          </p:cNvPr>
          <p:cNvCxnSpPr>
            <a:stCxn id="19" idx="1"/>
            <a:endCxn id="20" idx="3"/>
          </p:cNvCxnSpPr>
          <p:nvPr/>
        </p:nvCxnSpPr>
        <p:spPr>
          <a:xfrm>
            <a:off x="7978875" y="2070554"/>
            <a:ext cx="194" cy="2328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41CCAD8-9235-C936-D919-F163C9BF4208}"/>
              </a:ext>
            </a:extLst>
          </p:cNvPr>
          <p:cNvCxnSpPr>
            <a:stCxn id="18" idx="1"/>
            <a:endCxn id="19" idx="3"/>
          </p:cNvCxnSpPr>
          <p:nvPr/>
        </p:nvCxnSpPr>
        <p:spPr>
          <a:xfrm flipH="1">
            <a:off x="7978875" y="1642075"/>
            <a:ext cx="195" cy="2328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6A7ECAC-018E-98E3-CA8D-9925B883A225}"/>
              </a:ext>
            </a:extLst>
          </p:cNvPr>
          <p:cNvCxnSpPr>
            <a:stCxn id="20" idx="1"/>
            <a:endCxn id="22" idx="3"/>
          </p:cNvCxnSpPr>
          <p:nvPr/>
        </p:nvCxnSpPr>
        <p:spPr>
          <a:xfrm rot="5400000">
            <a:off x="6339774" y="1126138"/>
            <a:ext cx="266401" cy="30121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C2F3F7C-AE96-2A0C-FF11-BF39BF8E3CA9}"/>
              </a:ext>
            </a:extLst>
          </p:cNvPr>
          <p:cNvCxnSpPr>
            <a:stCxn id="20" idx="1"/>
            <a:endCxn id="21" idx="3"/>
          </p:cNvCxnSpPr>
          <p:nvPr/>
        </p:nvCxnSpPr>
        <p:spPr>
          <a:xfrm rot="5400000">
            <a:off x="7409434" y="2195882"/>
            <a:ext cx="266484" cy="872787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D6E46F04-7076-3B47-8C1B-90347781AA28}"/>
              </a:ext>
            </a:extLst>
          </p:cNvPr>
          <p:cNvCxnSpPr>
            <a:stCxn id="20" idx="1"/>
            <a:endCxn id="23" idx="3"/>
          </p:cNvCxnSpPr>
          <p:nvPr/>
        </p:nvCxnSpPr>
        <p:spPr>
          <a:xfrm rot="16200000" flipH="1">
            <a:off x="8376140" y="2101962"/>
            <a:ext cx="272841" cy="1066982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6B3DED39-7EDB-C104-D453-5C31CAFD5BE2}"/>
              </a:ext>
            </a:extLst>
          </p:cNvPr>
          <p:cNvCxnSpPr>
            <a:stCxn id="20" idx="1"/>
            <a:endCxn id="25" idx="3"/>
          </p:cNvCxnSpPr>
          <p:nvPr/>
        </p:nvCxnSpPr>
        <p:spPr>
          <a:xfrm rot="16200000" flipH="1">
            <a:off x="9384628" y="1093474"/>
            <a:ext cx="266483" cy="307760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7EF1B62-3F06-6667-5C11-4F278E051FE9}"/>
              </a:ext>
            </a:extLst>
          </p:cNvPr>
          <p:cNvGrpSpPr/>
          <p:nvPr/>
        </p:nvGrpSpPr>
        <p:grpSpPr>
          <a:xfrm>
            <a:off x="4358303" y="3194652"/>
            <a:ext cx="1659228" cy="1957591"/>
            <a:chOff x="4763972" y="3300211"/>
            <a:chExt cx="1659228" cy="1957591"/>
          </a:xfrm>
        </p:grpSpPr>
        <p:sp>
          <p:nvSpPr>
            <p:cNvPr id="30" name="Rectangle: Single Corner Snipped 29">
              <a:extLst>
                <a:ext uri="{FF2B5EF4-FFF2-40B4-BE49-F238E27FC236}">
                  <a16:creationId xmlns:a16="http://schemas.microsoft.com/office/drawing/2014/main" id="{C19ECE90-6F63-3B79-C3EC-3C7A52411AA6}"/>
                </a:ext>
              </a:extLst>
            </p:cNvPr>
            <p:cNvSpPr/>
            <p:nvPr/>
          </p:nvSpPr>
          <p:spPr>
            <a:xfrm>
              <a:off x="4763972" y="3300211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46" name="Rectangle: Single Corner Snipped 45">
              <a:extLst>
                <a:ext uri="{FF2B5EF4-FFF2-40B4-BE49-F238E27FC236}">
                  <a16:creationId xmlns:a16="http://schemas.microsoft.com/office/drawing/2014/main" id="{4A569992-F314-857E-4F34-4382E92D707F}"/>
                </a:ext>
              </a:extLst>
            </p:cNvPr>
            <p:cNvSpPr/>
            <p:nvPr/>
          </p:nvSpPr>
          <p:spPr>
            <a:xfrm>
              <a:off x="4763972" y="3639399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47" name="Rectangle: Single Corner Snipped 46">
              <a:extLst>
                <a:ext uri="{FF2B5EF4-FFF2-40B4-BE49-F238E27FC236}">
                  <a16:creationId xmlns:a16="http://schemas.microsoft.com/office/drawing/2014/main" id="{B20247FF-35F2-31A4-5147-5A91B91985B9}"/>
                </a:ext>
              </a:extLst>
            </p:cNvPr>
            <p:cNvSpPr/>
            <p:nvPr/>
          </p:nvSpPr>
          <p:spPr>
            <a:xfrm>
              <a:off x="4767054" y="3986011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48" name="Rectangle: Single Corner Snipped 47">
              <a:extLst>
                <a:ext uri="{FF2B5EF4-FFF2-40B4-BE49-F238E27FC236}">
                  <a16:creationId xmlns:a16="http://schemas.microsoft.com/office/drawing/2014/main" id="{D8C693E0-0D10-96E2-87DF-F9697A3EACB5}"/>
                </a:ext>
              </a:extLst>
            </p:cNvPr>
            <p:cNvSpPr/>
            <p:nvPr/>
          </p:nvSpPr>
          <p:spPr>
            <a:xfrm>
              <a:off x="4763972" y="4319789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49" name="Rectangle: Single Corner Snipped 48">
              <a:extLst>
                <a:ext uri="{FF2B5EF4-FFF2-40B4-BE49-F238E27FC236}">
                  <a16:creationId xmlns:a16="http://schemas.microsoft.com/office/drawing/2014/main" id="{0C9EFE4D-487B-EC4C-2FE5-9F0DE0F2B23E}"/>
                </a:ext>
              </a:extLst>
            </p:cNvPr>
            <p:cNvSpPr/>
            <p:nvPr/>
          </p:nvSpPr>
          <p:spPr>
            <a:xfrm>
              <a:off x="4763972" y="4653567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50" name="Rectangle: Single Corner Snipped 49">
              <a:extLst>
                <a:ext uri="{FF2B5EF4-FFF2-40B4-BE49-F238E27FC236}">
                  <a16:creationId xmlns:a16="http://schemas.microsoft.com/office/drawing/2014/main" id="{A95D0913-26E2-472A-CB74-2AA5197829A2}"/>
                </a:ext>
              </a:extLst>
            </p:cNvPr>
            <p:cNvSpPr/>
            <p:nvPr/>
          </p:nvSpPr>
          <p:spPr>
            <a:xfrm>
              <a:off x="4763972" y="5000224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2A04E66-E8E6-5B19-FC5A-041E16AD9138}"/>
              </a:ext>
            </a:extLst>
          </p:cNvPr>
          <p:cNvGrpSpPr/>
          <p:nvPr/>
        </p:nvGrpSpPr>
        <p:grpSpPr>
          <a:xfrm>
            <a:off x="6388768" y="3210405"/>
            <a:ext cx="1659228" cy="1957591"/>
            <a:chOff x="4763972" y="3300211"/>
            <a:chExt cx="1659228" cy="1957591"/>
          </a:xfrm>
        </p:grpSpPr>
        <p:sp>
          <p:nvSpPr>
            <p:cNvPr id="53" name="Rectangle: Single Corner Snipped 52">
              <a:extLst>
                <a:ext uri="{FF2B5EF4-FFF2-40B4-BE49-F238E27FC236}">
                  <a16:creationId xmlns:a16="http://schemas.microsoft.com/office/drawing/2014/main" id="{86E9F48C-3C5E-D747-5669-F502769ED284}"/>
                </a:ext>
              </a:extLst>
            </p:cNvPr>
            <p:cNvSpPr/>
            <p:nvPr/>
          </p:nvSpPr>
          <p:spPr>
            <a:xfrm>
              <a:off x="4763972" y="3300211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54" name="Rectangle: Single Corner Snipped 53">
              <a:extLst>
                <a:ext uri="{FF2B5EF4-FFF2-40B4-BE49-F238E27FC236}">
                  <a16:creationId xmlns:a16="http://schemas.microsoft.com/office/drawing/2014/main" id="{1297DD03-B8BD-7D25-B5CD-6B3B34830016}"/>
                </a:ext>
              </a:extLst>
            </p:cNvPr>
            <p:cNvSpPr/>
            <p:nvPr/>
          </p:nvSpPr>
          <p:spPr>
            <a:xfrm>
              <a:off x="4763972" y="3639399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55" name="Rectangle: Single Corner Snipped 54">
              <a:extLst>
                <a:ext uri="{FF2B5EF4-FFF2-40B4-BE49-F238E27FC236}">
                  <a16:creationId xmlns:a16="http://schemas.microsoft.com/office/drawing/2014/main" id="{1F4A0879-27E6-1081-D0D6-0779E79BEF08}"/>
                </a:ext>
              </a:extLst>
            </p:cNvPr>
            <p:cNvSpPr/>
            <p:nvPr/>
          </p:nvSpPr>
          <p:spPr>
            <a:xfrm>
              <a:off x="4767054" y="3986011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56" name="Rectangle: Single Corner Snipped 55">
              <a:extLst>
                <a:ext uri="{FF2B5EF4-FFF2-40B4-BE49-F238E27FC236}">
                  <a16:creationId xmlns:a16="http://schemas.microsoft.com/office/drawing/2014/main" id="{D4B6290C-028B-CD27-DD43-FA705B00344B}"/>
                </a:ext>
              </a:extLst>
            </p:cNvPr>
            <p:cNvSpPr/>
            <p:nvPr/>
          </p:nvSpPr>
          <p:spPr>
            <a:xfrm>
              <a:off x="4763972" y="4319789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57" name="Rectangle: Single Corner Snipped 56">
              <a:extLst>
                <a:ext uri="{FF2B5EF4-FFF2-40B4-BE49-F238E27FC236}">
                  <a16:creationId xmlns:a16="http://schemas.microsoft.com/office/drawing/2014/main" id="{646F3637-83E3-1441-3F28-D303C37A042B}"/>
                </a:ext>
              </a:extLst>
            </p:cNvPr>
            <p:cNvSpPr/>
            <p:nvPr/>
          </p:nvSpPr>
          <p:spPr>
            <a:xfrm>
              <a:off x="4763972" y="4653567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58" name="Rectangle: Single Corner Snipped 57">
              <a:extLst>
                <a:ext uri="{FF2B5EF4-FFF2-40B4-BE49-F238E27FC236}">
                  <a16:creationId xmlns:a16="http://schemas.microsoft.com/office/drawing/2014/main" id="{A2026C66-D5F6-BA48-0172-6B7E130BFB35}"/>
                </a:ext>
              </a:extLst>
            </p:cNvPr>
            <p:cNvSpPr/>
            <p:nvPr/>
          </p:nvSpPr>
          <p:spPr>
            <a:xfrm>
              <a:off x="4763972" y="5000224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A0794D-849A-F71F-9495-AD6476419F82}"/>
              </a:ext>
            </a:extLst>
          </p:cNvPr>
          <p:cNvGrpSpPr/>
          <p:nvPr/>
        </p:nvGrpSpPr>
        <p:grpSpPr>
          <a:xfrm>
            <a:off x="8283500" y="3204657"/>
            <a:ext cx="1659228" cy="1957591"/>
            <a:chOff x="4763972" y="3300211"/>
            <a:chExt cx="1659228" cy="1957591"/>
          </a:xfrm>
        </p:grpSpPr>
        <p:sp>
          <p:nvSpPr>
            <p:cNvPr id="60" name="Rectangle: Single Corner Snipped 59">
              <a:extLst>
                <a:ext uri="{FF2B5EF4-FFF2-40B4-BE49-F238E27FC236}">
                  <a16:creationId xmlns:a16="http://schemas.microsoft.com/office/drawing/2014/main" id="{57C80ED3-D4A2-2EDD-290B-0E37A5A77426}"/>
                </a:ext>
              </a:extLst>
            </p:cNvPr>
            <p:cNvSpPr/>
            <p:nvPr/>
          </p:nvSpPr>
          <p:spPr>
            <a:xfrm>
              <a:off x="4763972" y="3300211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61" name="Rectangle: Single Corner Snipped 60">
              <a:extLst>
                <a:ext uri="{FF2B5EF4-FFF2-40B4-BE49-F238E27FC236}">
                  <a16:creationId xmlns:a16="http://schemas.microsoft.com/office/drawing/2014/main" id="{92C0DFCB-DCAE-CB1F-A506-ED388E956859}"/>
                </a:ext>
              </a:extLst>
            </p:cNvPr>
            <p:cNvSpPr/>
            <p:nvPr/>
          </p:nvSpPr>
          <p:spPr>
            <a:xfrm>
              <a:off x="4763972" y="3639399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62" name="Rectangle: Single Corner Snipped 61">
              <a:extLst>
                <a:ext uri="{FF2B5EF4-FFF2-40B4-BE49-F238E27FC236}">
                  <a16:creationId xmlns:a16="http://schemas.microsoft.com/office/drawing/2014/main" id="{9E5AB5E0-6B26-1136-307D-CF4C1A1868A3}"/>
                </a:ext>
              </a:extLst>
            </p:cNvPr>
            <p:cNvSpPr/>
            <p:nvPr/>
          </p:nvSpPr>
          <p:spPr>
            <a:xfrm>
              <a:off x="4767054" y="3986011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63" name="Rectangle: Single Corner Snipped 62">
              <a:extLst>
                <a:ext uri="{FF2B5EF4-FFF2-40B4-BE49-F238E27FC236}">
                  <a16:creationId xmlns:a16="http://schemas.microsoft.com/office/drawing/2014/main" id="{21FF2FA2-5EFD-D1A7-B720-79D2B59FAC19}"/>
                </a:ext>
              </a:extLst>
            </p:cNvPr>
            <p:cNvSpPr/>
            <p:nvPr/>
          </p:nvSpPr>
          <p:spPr>
            <a:xfrm>
              <a:off x="4763972" y="4319789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64" name="Rectangle: Single Corner Snipped 63">
              <a:extLst>
                <a:ext uri="{FF2B5EF4-FFF2-40B4-BE49-F238E27FC236}">
                  <a16:creationId xmlns:a16="http://schemas.microsoft.com/office/drawing/2014/main" id="{CF806D25-554A-853E-A288-EE234749ACFE}"/>
                </a:ext>
              </a:extLst>
            </p:cNvPr>
            <p:cNvSpPr/>
            <p:nvPr/>
          </p:nvSpPr>
          <p:spPr>
            <a:xfrm>
              <a:off x="4763972" y="4653567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65" name="Rectangle: Single Corner Snipped 64">
              <a:extLst>
                <a:ext uri="{FF2B5EF4-FFF2-40B4-BE49-F238E27FC236}">
                  <a16:creationId xmlns:a16="http://schemas.microsoft.com/office/drawing/2014/main" id="{6EE73F88-9B65-6602-92FD-81D0F158E3B3}"/>
                </a:ext>
              </a:extLst>
            </p:cNvPr>
            <p:cNvSpPr/>
            <p:nvPr/>
          </p:nvSpPr>
          <p:spPr>
            <a:xfrm>
              <a:off x="4763972" y="5000224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FB8CDE-F757-4AFD-715C-442B7665E81D}"/>
              </a:ext>
            </a:extLst>
          </p:cNvPr>
          <p:cNvGrpSpPr/>
          <p:nvPr/>
        </p:nvGrpSpPr>
        <p:grpSpPr>
          <a:xfrm>
            <a:off x="10178232" y="3224667"/>
            <a:ext cx="1659228" cy="1957591"/>
            <a:chOff x="4763972" y="3300211"/>
            <a:chExt cx="1659228" cy="1957591"/>
          </a:xfrm>
        </p:grpSpPr>
        <p:sp>
          <p:nvSpPr>
            <p:cNvPr id="67" name="Rectangle: Single Corner Snipped 66">
              <a:extLst>
                <a:ext uri="{FF2B5EF4-FFF2-40B4-BE49-F238E27FC236}">
                  <a16:creationId xmlns:a16="http://schemas.microsoft.com/office/drawing/2014/main" id="{7945F940-CDA8-1796-D5D7-88FAEAE203E7}"/>
                </a:ext>
              </a:extLst>
            </p:cNvPr>
            <p:cNvSpPr/>
            <p:nvPr/>
          </p:nvSpPr>
          <p:spPr>
            <a:xfrm>
              <a:off x="4763972" y="3300211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68" name="Rectangle: Single Corner Snipped 67">
              <a:extLst>
                <a:ext uri="{FF2B5EF4-FFF2-40B4-BE49-F238E27FC236}">
                  <a16:creationId xmlns:a16="http://schemas.microsoft.com/office/drawing/2014/main" id="{6E87DD5A-3A82-AF6D-C18F-353CAF1D5DAD}"/>
                </a:ext>
              </a:extLst>
            </p:cNvPr>
            <p:cNvSpPr/>
            <p:nvPr/>
          </p:nvSpPr>
          <p:spPr>
            <a:xfrm>
              <a:off x="4763972" y="3639399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69" name="Rectangle: Single Corner Snipped 68">
              <a:extLst>
                <a:ext uri="{FF2B5EF4-FFF2-40B4-BE49-F238E27FC236}">
                  <a16:creationId xmlns:a16="http://schemas.microsoft.com/office/drawing/2014/main" id="{80ED4B3D-6AA3-99D3-F80A-5D57E03C743F}"/>
                </a:ext>
              </a:extLst>
            </p:cNvPr>
            <p:cNvSpPr/>
            <p:nvPr/>
          </p:nvSpPr>
          <p:spPr>
            <a:xfrm>
              <a:off x="4767054" y="3986011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70" name="Rectangle: Single Corner Snipped 69">
              <a:extLst>
                <a:ext uri="{FF2B5EF4-FFF2-40B4-BE49-F238E27FC236}">
                  <a16:creationId xmlns:a16="http://schemas.microsoft.com/office/drawing/2014/main" id="{3D5945D8-00BF-88DB-74F4-5DA4CE45DA9A}"/>
                </a:ext>
              </a:extLst>
            </p:cNvPr>
            <p:cNvSpPr/>
            <p:nvPr/>
          </p:nvSpPr>
          <p:spPr>
            <a:xfrm>
              <a:off x="4763972" y="4319789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71" name="Rectangle: Single Corner Snipped 70">
              <a:extLst>
                <a:ext uri="{FF2B5EF4-FFF2-40B4-BE49-F238E27FC236}">
                  <a16:creationId xmlns:a16="http://schemas.microsoft.com/office/drawing/2014/main" id="{FBA4EA95-4887-4C53-9CF4-7871393C3F56}"/>
                </a:ext>
              </a:extLst>
            </p:cNvPr>
            <p:cNvSpPr/>
            <p:nvPr/>
          </p:nvSpPr>
          <p:spPr>
            <a:xfrm>
              <a:off x="4763972" y="4653567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  <p:sp>
          <p:nvSpPr>
            <p:cNvPr id="72" name="Rectangle: Single Corner Snipped 71">
              <a:extLst>
                <a:ext uri="{FF2B5EF4-FFF2-40B4-BE49-F238E27FC236}">
                  <a16:creationId xmlns:a16="http://schemas.microsoft.com/office/drawing/2014/main" id="{DDD33880-EBE1-77C3-6152-3BF736EE3543}"/>
                </a:ext>
              </a:extLst>
            </p:cNvPr>
            <p:cNvSpPr/>
            <p:nvPr/>
          </p:nvSpPr>
          <p:spPr>
            <a:xfrm>
              <a:off x="4763972" y="5000224"/>
              <a:ext cx="1656146" cy="257578"/>
            </a:xfrm>
            <a:prstGeom prst="snip1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Large Load Working Group</a:t>
              </a:r>
            </a:p>
          </p:txBody>
        </p:sp>
      </p:grpSp>
      <p:sp>
        <p:nvSpPr>
          <p:cNvPr id="74" name="Rectangle 73">
            <a:extLst>
              <a:ext uri="{FF2B5EF4-FFF2-40B4-BE49-F238E27FC236}">
                <a16:creationId xmlns:a16="http://schemas.microsoft.com/office/drawing/2014/main" id="{78C53B14-B474-5AD3-4FD4-8639B714360B}"/>
              </a:ext>
            </a:extLst>
          </p:cNvPr>
          <p:cNvSpPr/>
          <p:nvPr/>
        </p:nvSpPr>
        <p:spPr>
          <a:xfrm>
            <a:off x="482958" y="1094704"/>
            <a:ext cx="3752662" cy="2357526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667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34431</TotalTime>
  <Words>437</Words>
  <Application>Microsoft Office PowerPoint</Application>
  <PresentationFormat>Widescreen</PresentationFormat>
  <Paragraphs>131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Black</vt:lpstr>
      <vt:lpstr>Arial</vt:lpstr>
      <vt:lpstr>Calibri</vt:lpstr>
      <vt:lpstr>Calibri Light</vt:lpstr>
      <vt:lpstr>Office 2013 - 2022 Theme</vt:lpstr>
      <vt:lpstr>Market-in-Talk</vt:lpstr>
      <vt:lpstr>Types of Market Rule Documents</vt:lpstr>
      <vt:lpstr>PowerPoint Presentation</vt:lpstr>
      <vt:lpstr>Types of Market Rule Revision Requests</vt:lpstr>
      <vt:lpstr>Formats of Files</vt:lpstr>
      <vt:lpstr>Revision Request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Zhang</dc:creator>
  <cp:lastModifiedBy>Bryan Zhang</cp:lastModifiedBy>
  <cp:revision>5</cp:revision>
  <dcterms:created xsi:type="dcterms:W3CDTF">2024-09-26T03:09:34Z</dcterms:created>
  <dcterms:modified xsi:type="dcterms:W3CDTF">2026-02-14T20:21:00Z</dcterms:modified>
</cp:coreProperties>
</file>